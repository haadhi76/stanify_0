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Mathematics — Year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Run run_b48105ea</a:t>
            </a:r>
          </a:p>
          <a:p>
            <a:r>
              <a:t>Topic: Addition within 20 (no regrouping)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80000"/>
            <a:ext cx="8784000" cy="4320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Panel 1: Setup the problem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792000"/>
            <a:ext cx="6744000" cy="50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5958000"/>
            <a:ext cx="8424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Step 1: Setup 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80000"/>
            <a:ext cx="8784000" cy="4320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Panel 2: Solve the problem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792000"/>
            <a:ext cx="6744000" cy="50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5958000"/>
            <a:ext cx="8424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Step 2: Solve the problem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